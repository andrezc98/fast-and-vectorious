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DM Sans Medium"/>
      <p:regular r:id="rId16"/>
      <p:bold r:id="rId17"/>
      <p:italic r:id="rId18"/>
      <p:boldItalic r:id="rId19"/>
    </p:embeddedFont>
    <p:embeddedFont>
      <p:font typeface="DM Sans ExtraBold"/>
      <p:bold r:id="rId20"/>
      <p:boldItalic r:id="rId21"/>
    </p:embeddedFont>
    <p:embeddedFont>
      <p:font typeface="DM Sans SemiBold"/>
      <p:regular r:id="rId22"/>
      <p:bold r:id="rId23"/>
      <p:italic r:id="rId24"/>
      <p:boldItalic r:id="rId25"/>
    </p:embeddedFont>
    <p:embeddedFont>
      <p:font typeface="DM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ExtraBold-bold.fntdata"/><Relationship Id="rId22" Type="http://schemas.openxmlformats.org/officeDocument/2006/relationships/font" Target="fonts/DMSansSemiBold-regular.fntdata"/><Relationship Id="rId21" Type="http://schemas.openxmlformats.org/officeDocument/2006/relationships/font" Target="fonts/DMSansExtraBold-boldItalic.fntdata"/><Relationship Id="rId24" Type="http://schemas.openxmlformats.org/officeDocument/2006/relationships/font" Target="fonts/DMSansSemiBold-italic.fntdata"/><Relationship Id="rId23" Type="http://schemas.openxmlformats.org/officeDocument/2006/relationships/font" Target="fonts/DMSans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regular.fntdata"/><Relationship Id="rId25" Type="http://schemas.openxmlformats.org/officeDocument/2006/relationships/font" Target="fonts/DMSansSemiBold-boldItalic.fntdata"/><Relationship Id="rId28" Type="http://schemas.openxmlformats.org/officeDocument/2006/relationships/font" Target="fonts/DMSans-italic.fntdata"/><Relationship Id="rId27" Type="http://schemas.openxmlformats.org/officeDocument/2006/relationships/font" Target="fonts/DM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DMSansMedium-bold.fntdata"/><Relationship Id="rId16" Type="http://schemas.openxmlformats.org/officeDocument/2006/relationships/font" Target="fonts/DMSansMedium-regular.fntdata"/><Relationship Id="rId19" Type="http://schemas.openxmlformats.org/officeDocument/2006/relationships/font" Target="fonts/DMSansMedium-boldItalic.fntdata"/><Relationship Id="rId18" Type="http://schemas.openxmlformats.org/officeDocument/2006/relationships/font" Target="fonts/DMSans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2b87a6a488bce1f9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2b87a6a488bce1f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2b87a6a488bce1f9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h2b87a6a488bce1f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2b87a6a488bce1f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2b87a6a488bce1f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2b87a6a488bce1f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2b87a6a488bce1f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2b87a6a488bce1f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2b87a6a488bce1f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2b87a6a488bce1f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2b87a6a488bce1f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2b87a6a488bce1f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2b87a6a488bce1f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2b87a6a488bce1f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2b87a6a488bce1f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2b87a6a488bce1f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2b87a6a488bce1f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2b87a6a488bce1f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2b87a6a488bce1f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5.jp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jp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1.png"/><Relationship Id="rId8"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5.png"/><Relationship Id="rId10" Type="http://schemas.openxmlformats.org/officeDocument/2006/relationships/image" Target="../media/image6.png"/><Relationship Id="rId9"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0" y="3295450"/>
            <a:ext cx="9144000" cy="18486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13" title="logo aws-01.png"/>
          <p:cNvPicPr preferRelativeResize="0"/>
          <p:nvPr/>
        </p:nvPicPr>
        <p:blipFill rotWithShape="1">
          <a:blip r:embed="rId4">
            <a:alphaModFix/>
          </a:blip>
          <a:srcRect b="0" l="0" r="0" t="0"/>
          <a:stretch/>
        </p:blipFill>
        <p:spPr>
          <a:xfrm>
            <a:off x="2123722" y="4420889"/>
            <a:ext cx="865239" cy="620402"/>
          </a:xfrm>
          <a:prstGeom prst="rect">
            <a:avLst/>
          </a:prstGeom>
          <a:noFill/>
          <a:ln>
            <a:noFill/>
          </a:ln>
        </p:spPr>
      </p:pic>
      <p:pic>
        <p:nvPicPr>
          <p:cNvPr id="56" name="Google Shape;56;p13" title="duoc-logo.png"/>
          <p:cNvPicPr preferRelativeResize="0"/>
          <p:nvPr/>
        </p:nvPicPr>
        <p:blipFill rotWithShape="1">
          <a:blip r:embed="rId5">
            <a:alphaModFix/>
          </a:blip>
          <a:srcRect b="0" l="0" r="0" t="0"/>
          <a:stretch/>
        </p:blipFill>
        <p:spPr>
          <a:xfrm>
            <a:off x="3269534" y="4427477"/>
            <a:ext cx="1373974" cy="512850"/>
          </a:xfrm>
          <a:prstGeom prst="rect">
            <a:avLst/>
          </a:prstGeom>
          <a:noFill/>
          <a:ln>
            <a:noFill/>
          </a:ln>
        </p:spPr>
      </p:pic>
      <p:sp>
        <p:nvSpPr>
          <p:cNvPr id="57" name="Google Shape;57;p13"/>
          <p:cNvSpPr txBox="1"/>
          <p:nvPr/>
        </p:nvSpPr>
        <p:spPr>
          <a:xfrm>
            <a:off x="660625" y="1561750"/>
            <a:ext cx="4423200" cy="70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1" lang="es" sz="3200">
                <a:solidFill>
                  <a:srgbClr val="FFFFFF"/>
                </a:solidFill>
                <a:latin typeface="DM Sans"/>
                <a:ea typeface="DM Sans"/>
                <a:cs typeface="DM Sans"/>
                <a:sym typeface="DM Sans"/>
              </a:rPr>
              <a:t>Título Charla</a:t>
            </a:r>
            <a:endParaRPr i="0" sz="3200" u="none" cap="none" strike="noStrike">
              <a:solidFill>
                <a:srgbClr val="FFFFFF"/>
              </a:solidFill>
              <a:latin typeface="DM Sans"/>
              <a:ea typeface="DM Sans"/>
              <a:cs typeface="DM Sans"/>
              <a:sym typeface="DM Sans"/>
            </a:endParaRPr>
          </a:p>
        </p:txBody>
      </p:sp>
      <p:sp>
        <p:nvSpPr>
          <p:cNvPr id="58" name="Google Shape;58;p13"/>
          <p:cNvSpPr txBox="1"/>
          <p:nvPr/>
        </p:nvSpPr>
        <p:spPr>
          <a:xfrm>
            <a:off x="726750" y="2363775"/>
            <a:ext cx="4210800" cy="6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lang="es" sz="1600">
                <a:solidFill>
                  <a:srgbClr val="FFFFFF"/>
                </a:solidFill>
                <a:latin typeface="DM Sans"/>
                <a:ea typeface="DM Sans"/>
                <a:cs typeface="DM Sans"/>
                <a:sym typeface="DM Sans"/>
              </a:rPr>
              <a:t>Subtitulo Charla</a:t>
            </a:r>
            <a:endParaRPr i="0" sz="1600" u="none" cap="none" strike="noStrike">
              <a:solidFill>
                <a:srgbClr val="FFFFFF"/>
              </a:solidFill>
              <a:latin typeface="DM Sans"/>
              <a:ea typeface="DM Sans"/>
              <a:cs typeface="DM Sans"/>
              <a:sym typeface="DM Sans"/>
            </a:endParaRPr>
          </a:p>
        </p:txBody>
      </p:sp>
      <p:pic>
        <p:nvPicPr>
          <p:cNvPr id="59" name="Google Shape;59;p13" title="logo rgb pantallas.png"/>
          <p:cNvPicPr preferRelativeResize="0"/>
          <p:nvPr/>
        </p:nvPicPr>
        <p:blipFill>
          <a:blip r:embed="rId6">
            <a:alphaModFix/>
          </a:blip>
          <a:stretch>
            <a:fillRect/>
          </a:stretch>
        </p:blipFill>
        <p:spPr>
          <a:xfrm>
            <a:off x="4851025" y="773862"/>
            <a:ext cx="2779648" cy="2779648"/>
          </a:xfrm>
          <a:prstGeom prst="rect">
            <a:avLst/>
          </a:prstGeom>
          <a:noFill/>
          <a:ln>
            <a:noFill/>
          </a:ln>
        </p:spPr>
      </p:pic>
      <p:sp>
        <p:nvSpPr>
          <p:cNvPr id="60" name="Google Shape;60;p13"/>
          <p:cNvSpPr txBox="1"/>
          <p:nvPr/>
        </p:nvSpPr>
        <p:spPr>
          <a:xfrm>
            <a:off x="7875350" y="121950"/>
            <a:ext cx="11217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100">
                <a:solidFill>
                  <a:srgbClr val="FFFFFF"/>
                </a:solidFill>
              </a:rPr>
              <a:t>1</a:t>
            </a:r>
            <a:r>
              <a:rPr b="1" i="0" lang="es" sz="1100" u="none" cap="none" strike="noStrike">
                <a:solidFill>
                  <a:srgbClr val="FFFFFF"/>
                </a:solidFill>
              </a:rPr>
              <a:t>ra Edición</a:t>
            </a:r>
            <a:endParaRPr b="1" i="0" sz="1100" u="none" cap="none" strike="noStrike">
              <a:solidFill>
                <a:srgbClr val="FFFFFF"/>
              </a:solidFill>
            </a:endParaRPr>
          </a:p>
        </p:txBody>
      </p:sp>
      <p:grpSp>
        <p:nvGrpSpPr>
          <p:cNvPr id="61" name="Google Shape;61;p13"/>
          <p:cNvGrpSpPr/>
          <p:nvPr/>
        </p:nvGrpSpPr>
        <p:grpSpPr>
          <a:xfrm>
            <a:off x="4806070" y="4427475"/>
            <a:ext cx="2652811" cy="521413"/>
            <a:chOff x="6019800" y="4427475"/>
            <a:chExt cx="2652811" cy="521413"/>
          </a:xfrm>
        </p:grpSpPr>
        <p:pic>
          <p:nvPicPr>
            <p:cNvPr id="62" name="Google Shape;62;p13" title="CHIP-BLANCO.png"/>
            <p:cNvPicPr preferRelativeResize="0"/>
            <p:nvPr/>
          </p:nvPicPr>
          <p:blipFill>
            <a:blip r:embed="rId7">
              <a:alphaModFix/>
            </a:blip>
            <a:stretch>
              <a:fillRect/>
            </a:stretch>
          </p:blipFill>
          <p:spPr>
            <a:xfrm>
              <a:off x="6019800" y="4427475"/>
              <a:ext cx="569831" cy="512850"/>
            </a:xfrm>
            <a:prstGeom prst="rect">
              <a:avLst/>
            </a:prstGeom>
            <a:noFill/>
            <a:ln>
              <a:noFill/>
            </a:ln>
          </p:spPr>
        </p:pic>
        <p:sp>
          <p:nvSpPr>
            <p:cNvPr id="63" name="Google Shape;63;p13"/>
            <p:cNvSpPr txBox="1"/>
            <p:nvPr/>
          </p:nvSpPr>
          <p:spPr>
            <a:xfrm>
              <a:off x="6453811" y="4435888"/>
              <a:ext cx="22188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AWS SBG Chile</a:t>
              </a:r>
              <a:endParaRPr sz="1000">
                <a:solidFill>
                  <a:srgbClr val="FFFFFF"/>
                </a:solidFill>
                <a:latin typeface="DM Sans Medium"/>
                <a:ea typeface="DM Sans Medium"/>
                <a:cs typeface="DM Sans Medium"/>
                <a:sym typeface="DM Sans Medium"/>
              </a:endParaRPr>
            </a:p>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Student Builder Groups Chile</a:t>
              </a:r>
              <a:endParaRPr i="0" sz="1000" u="none" cap="none" strike="noStrike">
                <a:solidFill>
                  <a:srgbClr val="FFFFFF"/>
                </a:solidFill>
                <a:latin typeface="DM Sans Medium"/>
                <a:ea typeface="DM Sans Medium"/>
                <a:cs typeface="DM Sans Medium"/>
                <a:sym typeface="DM Sans Medium"/>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Google Shape;68;p14"/>
          <p:cNvSpPr/>
          <p:nvPr/>
        </p:nvSpPr>
        <p:spPr>
          <a:xfrm>
            <a:off x="0" y="3161600"/>
            <a:ext cx="9144000" cy="19824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4"/>
          <p:cNvSpPr txBox="1"/>
          <p:nvPr/>
        </p:nvSpPr>
        <p:spPr>
          <a:xfrm>
            <a:off x="660625" y="1561750"/>
            <a:ext cx="4423200" cy="70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1" lang="es" sz="3200">
                <a:solidFill>
                  <a:srgbClr val="A433F3"/>
                </a:solidFill>
                <a:latin typeface="DM Sans"/>
                <a:ea typeface="DM Sans"/>
                <a:cs typeface="DM Sans"/>
                <a:sym typeface="DM Sans"/>
              </a:rPr>
              <a:t>Título Charla</a:t>
            </a:r>
            <a:endParaRPr i="0" sz="3200" u="none" cap="none" strike="noStrike">
              <a:solidFill>
                <a:srgbClr val="A433F3"/>
              </a:solidFill>
              <a:latin typeface="DM Sans"/>
              <a:ea typeface="DM Sans"/>
              <a:cs typeface="DM Sans"/>
              <a:sym typeface="DM Sans"/>
            </a:endParaRPr>
          </a:p>
        </p:txBody>
      </p:sp>
      <p:sp>
        <p:nvSpPr>
          <p:cNvPr id="70" name="Google Shape;70;p14"/>
          <p:cNvSpPr txBox="1"/>
          <p:nvPr/>
        </p:nvSpPr>
        <p:spPr>
          <a:xfrm>
            <a:off x="726750" y="2363775"/>
            <a:ext cx="4210800" cy="6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lang="es" sz="1600">
                <a:solidFill>
                  <a:srgbClr val="A433F3"/>
                </a:solidFill>
                <a:latin typeface="DM Sans"/>
                <a:ea typeface="DM Sans"/>
                <a:cs typeface="DM Sans"/>
                <a:sym typeface="DM Sans"/>
              </a:rPr>
              <a:t>Subtitulo Charla</a:t>
            </a:r>
            <a:endParaRPr b="1" i="0" sz="1600" u="none" cap="none" strike="noStrike">
              <a:solidFill>
                <a:srgbClr val="A433F3"/>
              </a:solidFill>
              <a:latin typeface="DM Sans"/>
              <a:ea typeface="DM Sans"/>
              <a:cs typeface="DM Sans"/>
              <a:sym typeface="DM Sans"/>
            </a:endParaRPr>
          </a:p>
        </p:txBody>
      </p:sp>
      <p:pic>
        <p:nvPicPr>
          <p:cNvPr id="71" name="Google Shape;71;p14" title="logo rgb pantallas.png"/>
          <p:cNvPicPr preferRelativeResize="0"/>
          <p:nvPr/>
        </p:nvPicPr>
        <p:blipFill>
          <a:blip r:embed="rId4">
            <a:alphaModFix/>
          </a:blip>
          <a:stretch>
            <a:fillRect/>
          </a:stretch>
        </p:blipFill>
        <p:spPr>
          <a:xfrm>
            <a:off x="4788125" y="703087"/>
            <a:ext cx="2779648" cy="2779648"/>
          </a:xfrm>
          <a:prstGeom prst="rect">
            <a:avLst/>
          </a:prstGeom>
          <a:noFill/>
          <a:ln>
            <a:noFill/>
          </a:ln>
        </p:spPr>
      </p:pic>
      <p:sp>
        <p:nvSpPr>
          <p:cNvPr id="72" name="Google Shape;72;p14"/>
          <p:cNvSpPr txBox="1"/>
          <p:nvPr/>
        </p:nvSpPr>
        <p:spPr>
          <a:xfrm>
            <a:off x="7875350" y="121950"/>
            <a:ext cx="11217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100">
                <a:solidFill>
                  <a:srgbClr val="A433F3"/>
                </a:solidFill>
              </a:rPr>
              <a:t>1</a:t>
            </a:r>
            <a:r>
              <a:rPr b="1" i="0" lang="es" sz="1100" u="none" cap="none" strike="noStrike">
                <a:solidFill>
                  <a:srgbClr val="A433F3"/>
                </a:solidFill>
              </a:rPr>
              <a:t>ra Edición</a:t>
            </a:r>
            <a:endParaRPr b="1" i="0" sz="1100" u="none" cap="none" strike="noStrike">
              <a:solidFill>
                <a:srgbClr val="A433F3"/>
              </a:solidFill>
            </a:endParaRPr>
          </a:p>
        </p:txBody>
      </p:sp>
      <p:pic>
        <p:nvPicPr>
          <p:cNvPr id="73" name="Google Shape;73;p14" title="logo aws-01.png"/>
          <p:cNvPicPr preferRelativeResize="0"/>
          <p:nvPr/>
        </p:nvPicPr>
        <p:blipFill rotWithShape="1">
          <a:blip r:embed="rId5">
            <a:alphaModFix/>
          </a:blip>
          <a:srcRect b="0" l="0" r="0" t="0"/>
          <a:stretch/>
        </p:blipFill>
        <p:spPr>
          <a:xfrm>
            <a:off x="2123722" y="4420889"/>
            <a:ext cx="865239" cy="620402"/>
          </a:xfrm>
          <a:prstGeom prst="rect">
            <a:avLst/>
          </a:prstGeom>
          <a:noFill/>
          <a:ln>
            <a:noFill/>
          </a:ln>
        </p:spPr>
      </p:pic>
      <p:pic>
        <p:nvPicPr>
          <p:cNvPr id="74" name="Google Shape;74;p14" title="duoc-logo.png"/>
          <p:cNvPicPr preferRelativeResize="0"/>
          <p:nvPr/>
        </p:nvPicPr>
        <p:blipFill rotWithShape="1">
          <a:blip r:embed="rId6">
            <a:alphaModFix/>
          </a:blip>
          <a:srcRect b="0" l="0" r="0" t="0"/>
          <a:stretch/>
        </p:blipFill>
        <p:spPr>
          <a:xfrm>
            <a:off x="3269534" y="4427477"/>
            <a:ext cx="1373974" cy="512850"/>
          </a:xfrm>
          <a:prstGeom prst="rect">
            <a:avLst/>
          </a:prstGeom>
          <a:noFill/>
          <a:ln>
            <a:noFill/>
          </a:ln>
        </p:spPr>
      </p:pic>
      <p:grpSp>
        <p:nvGrpSpPr>
          <p:cNvPr id="75" name="Google Shape;75;p14"/>
          <p:cNvGrpSpPr/>
          <p:nvPr/>
        </p:nvGrpSpPr>
        <p:grpSpPr>
          <a:xfrm>
            <a:off x="4806070" y="4427475"/>
            <a:ext cx="2652811" cy="521413"/>
            <a:chOff x="6019800" y="4427475"/>
            <a:chExt cx="2652811" cy="521413"/>
          </a:xfrm>
        </p:grpSpPr>
        <p:pic>
          <p:nvPicPr>
            <p:cNvPr id="76" name="Google Shape;76;p14" title="CHIP-BLANCO.png"/>
            <p:cNvPicPr preferRelativeResize="0"/>
            <p:nvPr/>
          </p:nvPicPr>
          <p:blipFill>
            <a:blip r:embed="rId7">
              <a:alphaModFix/>
            </a:blip>
            <a:stretch>
              <a:fillRect/>
            </a:stretch>
          </p:blipFill>
          <p:spPr>
            <a:xfrm>
              <a:off x="6019800" y="4427475"/>
              <a:ext cx="569831" cy="512850"/>
            </a:xfrm>
            <a:prstGeom prst="rect">
              <a:avLst/>
            </a:prstGeom>
            <a:noFill/>
            <a:ln>
              <a:noFill/>
            </a:ln>
          </p:spPr>
        </p:pic>
        <p:sp>
          <p:nvSpPr>
            <p:cNvPr id="77" name="Google Shape;77;p14"/>
            <p:cNvSpPr txBox="1"/>
            <p:nvPr/>
          </p:nvSpPr>
          <p:spPr>
            <a:xfrm>
              <a:off x="6453811" y="4435888"/>
              <a:ext cx="22188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AWS SBG Chile</a:t>
              </a:r>
              <a:endParaRPr sz="1000">
                <a:solidFill>
                  <a:srgbClr val="FFFFFF"/>
                </a:solidFill>
                <a:latin typeface="DM Sans Medium"/>
                <a:ea typeface="DM Sans Medium"/>
                <a:cs typeface="DM Sans Medium"/>
                <a:sym typeface="DM Sans Medium"/>
              </a:endParaRPr>
            </a:p>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Student Builder Groups Chile</a:t>
              </a:r>
              <a:endParaRPr i="0" sz="1000" u="none" cap="none" strike="noStrike">
                <a:solidFill>
                  <a:srgbClr val="FFFFFF"/>
                </a:solidFill>
                <a:latin typeface="DM Sans Medium"/>
                <a:ea typeface="DM Sans Medium"/>
                <a:cs typeface="DM Sans Medium"/>
                <a:sym typeface="DM Sans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5"/>
          <p:cNvSpPr/>
          <p:nvPr/>
        </p:nvSpPr>
        <p:spPr>
          <a:xfrm>
            <a:off x="3955225" y="0"/>
            <a:ext cx="5189100" cy="5143500"/>
          </a:xfrm>
          <a:prstGeom prst="roundRect">
            <a:avLst>
              <a:gd fmla="val 0" name="adj"/>
            </a:avLst>
          </a:prstGeom>
          <a:gradFill>
            <a:gsLst>
              <a:gs pos="0">
                <a:srgbClr val="FFFFFF">
                  <a:alpha val="0"/>
                </a:srgbClr>
              </a:gs>
              <a:gs pos="84000">
                <a:srgbClr val="3B27A5"/>
              </a:gs>
              <a:gs pos="100000">
                <a:srgbClr val="3B27A5"/>
              </a:gs>
              <a:gs pos="100000">
                <a:srgbClr val="9080BB"/>
              </a:gs>
            </a:gsLst>
            <a:lin ang="50"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5"/>
          <p:cNvSpPr/>
          <p:nvPr/>
        </p:nvSpPr>
        <p:spPr>
          <a:xfrm>
            <a:off x="0" y="3892375"/>
            <a:ext cx="9144000" cy="12516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5"/>
          <p:cNvSpPr txBox="1"/>
          <p:nvPr/>
        </p:nvSpPr>
        <p:spPr>
          <a:xfrm>
            <a:off x="4329657" y="877337"/>
            <a:ext cx="3988800" cy="59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Nombre de Speaker</a:t>
            </a:r>
            <a:endParaRPr b="1" i="0" sz="2900" u="none" cap="none" strike="noStrike">
              <a:solidFill>
                <a:srgbClr val="FFFFFF"/>
              </a:solidFill>
              <a:latin typeface="DM Sans ExtraBold"/>
              <a:ea typeface="DM Sans ExtraBold"/>
              <a:cs typeface="DM Sans ExtraBold"/>
              <a:sym typeface="DM Sans ExtraBold"/>
            </a:endParaRPr>
          </a:p>
        </p:txBody>
      </p:sp>
      <p:sp>
        <p:nvSpPr>
          <p:cNvPr id="85" name="Google Shape;85;p15"/>
          <p:cNvSpPr txBox="1"/>
          <p:nvPr/>
        </p:nvSpPr>
        <p:spPr>
          <a:xfrm>
            <a:off x="4378115" y="1519904"/>
            <a:ext cx="3688500" cy="1987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FFFFFF"/>
              </a:buClr>
              <a:buSzPts val="1200"/>
              <a:buFont typeface="Noto Sans Symbols"/>
              <a:buChar char="⮚"/>
            </a:pPr>
            <a:r>
              <a:rPr lang="es" sz="1200">
                <a:solidFill>
                  <a:srgbClr val="FFFFFF"/>
                </a:solidFill>
                <a:latin typeface="DM Sans"/>
                <a:ea typeface="DM Sans"/>
                <a:cs typeface="DM Sans"/>
                <a:sym typeface="DM Sans"/>
              </a:rPr>
              <a:t>Introducir texto que usted considere pertinente para su presentación</a:t>
            </a:r>
            <a:endParaRPr sz="1200">
              <a:solidFill>
                <a:srgbClr val="FFFFFF"/>
              </a:solidFill>
              <a:latin typeface="DM Sans"/>
              <a:ea typeface="DM Sans"/>
              <a:cs typeface="DM Sans"/>
              <a:sym typeface="DM Sans"/>
            </a:endParaRPr>
          </a:p>
          <a:p>
            <a:pPr indent="-285750" lvl="0" marL="285750" marR="0" rtl="0" algn="l">
              <a:lnSpc>
                <a:spcPct val="100000"/>
              </a:lnSpc>
              <a:spcBef>
                <a:spcPts val="0"/>
              </a:spcBef>
              <a:spcAft>
                <a:spcPts val="0"/>
              </a:spcAft>
              <a:buClr>
                <a:srgbClr val="FFFFFF"/>
              </a:buClr>
              <a:buSzPts val="1200"/>
              <a:buFont typeface="Noto Sans Symbols"/>
              <a:buChar char="⮚"/>
            </a:pPr>
            <a:r>
              <a:rPr lang="es" sz="1200">
                <a:solidFill>
                  <a:schemeClr val="lt1"/>
                </a:solidFill>
                <a:latin typeface="DM Sans"/>
                <a:ea typeface="DM Sans"/>
                <a:cs typeface="DM Sans"/>
                <a:sym typeface="DM Sans"/>
              </a:rPr>
              <a:t>Cargo / </a:t>
            </a:r>
            <a:r>
              <a:rPr lang="es" sz="1200">
                <a:solidFill>
                  <a:schemeClr val="lt1"/>
                </a:solidFill>
                <a:latin typeface="DM Sans"/>
                <a:ea typeface="DM Sans"/>
                <a:cs typeface="DM Sans"/>
                <a:sym typeface="DM Sans"/>
              </a:rPr>
              <a:t>Título</a:t>
            </a:r>
            <a:r>
              <a:rPr lang="es" sz="1200">
                <a:solidFill>
                  <a:schemeClr val="lt1"/>
                </a:solidFill>
                <a:latin typeface="DM Sans"/>
                <a:ea typeface="DM Sans"/>
                <a:cs typeface="DM Sans"/>
                <a:sym typeface="DM Sans"/>
              </a:rPr>
              <a:t> / Otros</a:t>
            </a:r>
            <a:endParaRPr sz="1200">
              <a:solidFill>
                <a:schemeClr val="lt1"/>
              </a:solidFill>
              <a:latin typeface="DM Sans"/>
              <a:ea typeface="DM Sans"/>
              <a:cs typeface="DM Sans"/>
              <a:sym typeface="DM Sans"/>
            </a:endParaRPr>
          </a:p>
          <a:p>
            <a:pPr indent="0" lvl="0" marL="457200" marR="0" rtl="0" algn="l">
              <a:lnSpc>
                <a:spcPct val="100000"/>
              </a:lnSpc>
              <a:spcBef>
                <a:spcPts val="0"/>
              </a:spcBef>
              <a:spcAft>
                <a:spcPts val="0"/>
              </a:spcAft>
              <a:buNone/>
            </a:pPr>
            <a:r>
              <a:t/>
            </a:r>
            <a:endParaRPr sz="1200">
              <a:solidFill>
                <a:schemeClr val="lt1"/>
              </a:solidFill>
              <a:latin typeface="DM Sans"/>
              <a:ea typeface="DM Sans"/>
              <a:cs typeface="DM Sans"/>
              <a:sym typeface="DM Sans"/>
            </a:endParaRPr>
          </a:p>
          <a:p>
            <a:pPr indent="-285750" lvl="0" marL="285750" marR="0" rtl="0" algn="l">
              <a:lnSpc>
                <a:spcPct val="100000"/>
              </a:lnSpc>
              <a:spcBef>
                <a:spcPts val="0"/>
              </a:spcBef>
              <a:spcAft>
                <a:spcPts val="0"/>
              </a:spcAft>
              <a:buClr>
                <a:srgbClr val="FFFFFF"/>
              </a:buClr>
              <a:buSzPts val="1200"/>
              <a:buFont typeface="Noto Sans Symbols"/>
              <a:buChar char="⮚"/>
            </a:pPr>
            <a:r>
              <a:rPr lang="es" sz="1200">
                <a:solidFill>
                  <a:srgbClr val="FFFFFF"/>
                </a:solidFill>
                <a:latin typeface="DM Sans"/>
                <a:ea typeface="DM Sans"/>
                <a:cs typeface="DM Sans"/>
                <a:sym typeface="DM Sans"/>
              </a:rPr>
              <a:t>Los siguientes puntos son ideas: </a:t>
            </a:r>
            <a:endParaRPr b="0" i="0" sz="1400" u="none" cap="none" strike="noStrike">
              <a:solidFill>
                <a:srgbClr val="000000"/>
              </a:solidFill>
              <a:latin typeface="Arial"/>
              <a:ea typeface="Arial"/>
              <a:cs typeface="Arial"/>
              <a:sym typeface="Arial"/>
            </a:endParaRPr>
          </a:p>
          <a:p>
            <a:pPr indent="-209550" lvl="0" marL="285750" marR="0" rtl="0" algn="l">
              <a:lnSpc>
                <a:spcPct val="100000"/>
              </a:lnSpc>
              <a:spcBef>
                <a:spcPts val="0"/>
              </a:spcBef>
              <a:spcAft>
                <a:spcPts val="0"/>
              </a:spcAft>
              <a:buClr>
                <a:srgbClr val="FFFFFF"/>
              </a:buClr>
              <a:buSzPts val="1200"/>
              <a:buFont typeface="Noto Sans Symbols"/>
              <a:buNone/>
            </a:pPr>
            <a:r>
              <a:t/>
            </a:r>
            <a:endParaRPr b="0" i="0" sz="1200" u="none" cap="none" strike="noStrike">
              <a:solidFill>
                <a:srgbClr val="FFFFFF"/>
              </a:solidFill>
              <a:latin typeface="DM Sans"/>
              <a:ea typeface="DM Sans"/>
              <a:cs typeface="DM Sans"/>
              <a:sym typeface="DM Sans"/>
            </a:endParaRPr>
          </a:p>
          <a:p>
            <a:pPr indent="-285750" lvl="0" marL="285750" marR="0" rtl="0" algn="l">
              <a:lnSpc>
                <a:spcPct val="100000"/>
              </a:lnSpc>
              <a:spcBef>
                <a:spcPts val="0"/>
              </a:spcBef>
              <a:spcAft>
                <a:spcPts val="0"/>
              </a:spcAft>
              <a:buClr>
                <a:srgbClr val="FFFFFF"/>
              </a:buClr>
              <a:buSzPts val="1200"/>
              <a:buFont typeface="Noto Sans Symbols"/>
              <a:buChar char="⮚"/>
            </a:pPr>
            <a:r>
              <a:rPr lang="es" sz="1200">
                <a:solidFill>
                  <a:srgbClr val="FFFFFF"/>
                </a:solidFill>
                <a:latin typeface="DM Sans"/>
                <a:ea typeface="DM Sans"/>
                <a:cs typeface="DM Sans"/>
                <a:sym typeface="DM Sans"/>
              </a:rPr>
              <a:t>Activo en la comunidad..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1200"/>
              <a:buFont typeface="Noto Sans Symbols"/>
              <a:buChar char="⮚"/>
            </a:pPr>
            <a:r>
              <a:rPr lang="es" sz="1200">
                <a:solidFill>
                  <a:srgbClr val="FFFFFF"/>
                </a:solidFill>
                <a:latin typeface="DM Sans"/>
                <a:ea typeface="DM Sans"/>
                <a:cs typeface="DM Sans"/>
                <a:sym typeface="DM Sans"/>
              </a:rPr>
              <a:t>Voluntario en.. </a:t>
            </a:r>
            <a:endParaRPr sz="1200">
              <a:solidFill>
                <a:srgbClr val="FFFFFF"/>
              </a:solidFill>
              <a:latin typeface="DM Sans"/>
              <a:ea typeface="DM Sans"/>
              <a:cs typeface="DM Sans"/>
              <a:sym typeface="DM Sans"/>
            </a:endParaRPr>
          </a:p>
          <a:p>
            <a:pPr indent="-285750" lvl="0" marL="285750" marR="0" rtl="0" algn="l">
              <a:lnSpc>
                <a:spcPct val="100000"/>
              </a:lnSpc>
              <a:spcBef>
                <a:spcPts val="0"/>
              </a:spcBef>
              <a:spcAft>
                <a:spcPts val="0"/>
              </a:spcAft>
              <a:buClr>
                <a:srgbClr val="FFFFFF"/>
              </a:buClr>
              <a:buSzPts val="1200"/>
              <a:buFont typeface="DM Sans"/>
              <a:buChar char="⮚"/>
            </a:pPr>
            <a:r>
              <a:rPr lang="es" sz="1200">
                <a:solidFill>
                  <a:srgbClr val="FFFFFF"/>
                </a:solidFill>
                <a:latin typeface="DM Sans"/>
                <a:ea typeface="DM Sans"/>
                <a:cs typeface="DM Sans"/>
                <a:sym typeface="DM Sans"/>
              </a:rPr>
              <a:t>Me gusta… </a:t>
            </a:r>
            <a:endParaRPr sz="1200">
              <a:solidFill>
                <a:srgbClr val="FFFFFF"/>
              </a:solidFill>
              <a:latin typeface="DM Sans"/>
              <a:ea typeface="DM Sans"/>
              <a:cs typeface="DM Sans"/>
              <a:sym typeface="DM Sans"/>
            </a:endParaRPr>
          </a:p>
          <a:p>
            <a:pPr indent="-285750" lvl="0" marL="285750" marR="0" rtl="0" algn="l">
              <a:lnSpc>
                <a:spcPct val="100000"/>
              </a:lnSpc>
              <a:spcBef>
                <a:spcPts val="0"/>
              </a:spcBef>
              <a:spcAft>
                <a:spcPts val="0"/>
              </a:spcAft>
              <a:buClr>
                <a:srgbClr val="FFFFFF"/>
              </a:buClr>
              <a:buSzPts val="1200"/>
              <a:buFont typeface="DM Sans"/>
              <a:buChar char="⮚"/>
            </a:pPr>
            <a:r>
              <a:rPr lang="es" sz="1200">
                <a:solidFill>
                  <a:srgbClr val="FFFFFF"/>
                </a:solidFill>
                <a:latin typeface="DM Sans"/>
                <a:ea typeface="DM Sans"/>
                <a:cs typeface="DM Sans"/>
                <a:sym typeface="DM Sans"/>
              </a:rPr>
              <a:t>Dato curioso.. </a:t>
            </a:r>
            <a:endParaRPr sz="1200">
              <a:solidFill>
                <a:srgbClr val="FFFFFF"/>
              </a:solidFill>
              <a:latin typeface="DM Sans"/>
              <a:ea typeface="DM Sans"/>
              <a:cs typeface="DM Sans"/>
              <a:sym typeface="DM Sans"/>
            </a:endParaRPr>
          </a:p>
          <a:p>
            <a:pPr indent="-285750" lvl="0" marL="285750" marR="0" rtl="0" algn="l">
              <a:lnSpc>
                <a:spcPct val="100000"/>
              </a:lnSpc>
              <a:spcBef>
                <a:spcPts val="0"/>
              </a:spcBef>
              <a:spcAft>
                <a:spcPts val="0"/>
              </a:spcAft>
              <a:buClr>
                <a:srgbClr val="FFFFFF"/>
              </a:buClr>
              <a:buSzPts val="1200"/>
              <a:buFont typeface="DM Sans"/>
              <a:buChar char="⮚"/>
            </a:pPr>
            <a:r>
              <a:rPr lang="es" sz="1200">
                <a:solidFill>
                  <a:srgbClr val="FFFFFF"/>
                </a:solidFill>
                <a:latin typeface="DM Sans"/>
                <a:ea typeface="DM Sans"/>
                <a:cs typeface="DM Sans"/>
                <a:sym typeface="DM Sans"/>
              </a:rPr>
              <a:t>Recuerde cambiar su foto</a:t>
            </a:r>
            <a:endParaRPr sz="1200">
              <a:solidFill>
                <a:srgbClr val="FFFFFF"/>
              </a:solidFill>
              <a:latin typeface="DM Sans"/>
              <a:ea typeface="DM Sans"/>
              <a:cs typeface="DM Sans"/>
              <a:sym typeface="DM Sans"/>
            </a:endParaRPr>
          </a:p>
        </p:txBody>
      </p:sp>
      <p:pic>
        <p:nvPicPr>
          <p:cNvPr id="86" name="Google Shape;86;p15"/>
          <p:cNvPicPr preferRelativeResize="0"/>
          <p:nvPr/>
        </p:nvPicPr>
        <p:blipFill rotWithShape="1">
          <a:blip r:embed="rId4">
            <a:alphaModFix/>
          </a:blip>
          <a:srcRect b="2839" l="0" r="0" t="2848"/>
          <a:stretch/>
        </p:blipFill>
        <p:spPr>
          <a:xfrm>
            <a:off x="1233239" y="842078"/>
            <a:ext cx="2863500" cy="2700600"/>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id="87" name="Google Shape;87;p15" title="letras logo.png"/>
          <p:cNvPicPr preferRelativeResize="0"/>
          <p:nvPr/>
        </p:nvPicPr>
        <p:blipFill>
          <a:blip r:embed="rId5">
            <a:alphaModFix/>
          </a:blip>
          <a:stretch>
            <a:fillRect/>
          </a:stretch>
        </p:blipFill>
        <p:spPr>
          <a:xfrm>
            <a:off x="7635788" y="67913"/>
            <a:ext cx="1360773" cy="785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16"/>
          <p:cNvSpPr/>
          <p:nvPr/>
        </p:nvSpPr>
        <p:spPr>
          <a:xfrm>
            <a:off x="0" y="3963725"/>
            <a:ext cx="9144000" cy="11805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6"/>
          <p:cNvSpPr txBox="1"/>
          <p:nvPr/>
        </p:nvSpPr>
        <p:spPr>
          <a:xfrm>
            <a:off x="4304207" y="750015"/>
            <a:ext cx="3988800" cy="59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Nombre de Speaker</a:t>
            </a:r>
            <a:endParaRPr b="1" i="0" sz="2900" u="none" cap="none" strike="noStrike">
              <a:solidFill>
                <a:srgbClr val="434343"/>
              </a:solidFill>
              <a:latin typeface="DM Sans ExtraBold"/>
              <a:ea typeface="DM Sans ExtraBold"/>
              <a:cs typeface="DM Sans ExtraBold"/>
              <a:sym typeface="DM Sans ExtraBold"/>
            </a:endParaRPr>
          </a:p>
        </p:txBody>
      </p:sp>
      <p:sp>
        <p:nvSpPr>
          <p:cNvPr id="94" name="Google Shape;94;p16"/>
          <p:cNvSpPr txBox="1"/>
          <p:nvPr/>
        </p:nvSpPr>
        <p:spPr>
          <a:xfrm>
            <a:off x="4352665" y="1392582"/>
            <a:ext cx="3688500" cy="1987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434343"/>
              </a:buClr>
              <a:buSzPts val="1200"/>
              <a:buFont typeface="Noto Sans Symbols"/>
              <a:buChar char="⮚"/>
            </a:pPr>
            <a:r>
              <a:rPr lang="es" sz="1200">
                <a:solidFill>
                  <a:srgbClr val="434343"/>
                </a:solidFill>
                <a:latin typeface="DM Sans"/>
                <a:ea typeface="DM Sans"/>
                <a:cs typeface="DM Sans"/>
                <a:sym typeface="DM Sans"/>
              </a:rPr>
              <a:t>Introducir texto que usted considere pertinente para su presentación</a:t>
            </a:r>
            <a:endParaRPr sz="1200">
              <a:solidFill>
                <a:srgbClr val="434343"/>
              </a:solidFill>
              <a:latin typeface="DM Sans"/>
              <a:ea typeface="DM Sans"/>
              <a:cs typeface="DM Sans"/>
              <a:sym typeface="DM Sans"/>
            </a:endParaRPr>
          </a:p>
          <a:p>
            <a:pPr indent="-285750" lvl="0" marL="285750" marR="0" rtl="0" algn="l">
              <a:lnSpc>
                <a:spcPct val="100000"/>
              </a:lnSpc>
              <a:spcBef>
                <a:spcPts val="0"/>
              </a:spcBef>
              <a:spcAft>
                <a:spcPts val="0"/>
              </a:spcAft>
              <a:buClr>
                <a:srgbClr val="434343"/>
              </a:buClr>
              <a:buSzPts val="1200"/>
              <a:buFont typeface="Noto Sans Symbols"/>
              <a:buChar char="⮚"/>
            </a:pPr>
            <a:r>
              <a:rPr lang="es" sz="1200">
                <a:solidFill>
                  <a:srgbClr val="434343"/>
                </a:solidFill>
                <a:latin typeface="DM Sans"/>
                <a:ea typeface="DM Sans"/>
                <a:cs typeface="DM Sans"/>
                <a:sym typeface="DM Sans"/>
              </a:rPr>
              <a:t>Cargo / </a:t>
            </a:r>
            <a:r>
              <a:rPr lang="es" sz="1200">
                <a:solidFill>
                  <a:srgbClr val="434343"/>
                </a:solidFill>
                <a:latin typeface="DM Sans"/>
                <a:ea typeface="DM Sans"/>
                <a:cs typeface="DM Sans"/>
                <a:sym typeface="DM Sans"/>
              </a:rPr>
              <a:t>Título</a:t>
            </a:r>
            <a:r>
              <a:rPr lang="es" sz="1200">
                <a:solidFill>
                  <a:srgbClr val="434343"/>
                </a:solidFill>
                <a:latin typeface="DM Sans"/>
                <a:ea typeface="DM Sans"/>
                <a:cs typeface="DM Sans"/>
                <a:sym typeface="DM Sans"/>
              </a:rPr>
              <a:t> / Otros</a:t>
            </a:r>
            <a:endParaRPr sz="1200">
              <a:solidFill>
                <a:srgbClr val="434343"/>
              </a:solidFill>
              <a:latin typeface="DM Sans"/>
              <a:ea typeface="DM Sans"/>
              <a:cs typeface="DM Sans"/>
              <a:sym typeface="DM Sans"/>
            </a:endParaRPr>
          </a:p>
          <a:p>
            <a:pPr indent="0" lvl="0" marL="457200" marR="0" rtl="0" algn="l">
              <a:lnSpc>
                <a:spcPct val="100000"/>
              </a:lnSpc>
              <a:spcBef>
                <a:spcPts val="0"/>
              </a:spcBef>
              <a:spcAft>
                <a:spcPts val="0"/>
              </a:spcAft>
              <a:buNone/>
            </a:pPr>
            <a:r>
              <a:t/>
            </a:r>
            <a:endParaRPr sz="1200">
              <a:solidFill>
                <a:srgbClr val="434343"/>
              </a:solidFill>
              <a:latin typeface="DM Sans"/>
              <a:ea typeface="DM Sans"/>
              <a:cs typeface="DM Sans"/>
              <a:sym typeface="DM Sans"/>
            </a:endParaRPr>
          </a:p>
          <a:p>
            <a:pPr indent="-285750" lvl="0" marL="285750" marR="0" rtl="0" algn="l">
              <a:lnSpc>
                <a:spcPct val="100000"/>
              </a:lnSpc>
              <a:spcBef>
                <a:spcPts val="0"/>
              </a:spcBef>
              <a:spcAft>
                <a:spcPts val="0"/>
              </a:spcAft>
              <a:buClr>
                <a:srgbClr val="434343"/>
              </a:buClr>
              <a:buSzPts val="1200"/>
              <a:buFont typeface="Noto Sans Symbols"/>
              <a:buChar char="⮚"/>
            </a:pPr>
            <a:r>
              <a:rPr lang="es" sz="1200">
                <a:solidFill>
                  <a:srgbClr val="434343"/>
                </a:solidFill>
                <a:latin typeface="DM Sans"/>
                <a:ea typeface="DM Sans"/>
                <a:cs typeface="DM Sans"/>
                <a:sym typeface="DM Sans"/>
              </a:rPr>
              <a:t>Los siguientes puntos son ideas: </a:t>
            </a:r>
            <a:endParaRPr b="0" i="0" sz="1400" u="none" cap="none" strike="noStrike">
              <a:solidFill>
                <a:srgbClr val="434343"/>
              </a:solidFill>
              <a:latin typeface="Arial"/>
              <a:ea typeface="Arial"/>
              <a:cs typeface="Arial"/>
              <a:sym typeface="Arial"/>
            </a:endParaRPr>
          </a:p>
          <a:p>
            <a:pPr indent="-209550" lvl="0" marL="285750" marR="0" rtl="0" algn="l">
              <a:lnSpc>
                <a:spcPct val="100000"/>
              </a:lnSpc>
              <a:spcBef>
                <a:spcPts val="0"/>
              </a:spcBef>
              <a:spcAft>
                <a:spcPts val="0"/>
              </a:spcAft>
              <a:buClr>
                <a:srgbClr val="FFFFFF"/>
              </a:buClr>
              <a:buSzPts val="1200"/>
              <a:buFont typeface="Noto Sans Symbols"/>
              <a:buNone/>
            </a:pPr>
            <a:r>
              <a:t/>
            </a:r>
            <a:endParaRPr b="0" i="0" sz="1200" u="none" cap="none" strike="noStrike">
              <a:solidFill>
                <a:srgbClr val="434343"/>
              </a:solidFill>
              <a:latin typeface="DM Sans"/>
              <a:ea typeface="DM Sans"/>
              <a:cs typeface="DM Sans"/>
              <a:sym typeface="DM Sans"/>
            </a:endParaRPr>
          </a:p>
          <a:p>
            <a:pPr indent="-285750" lvl="0" marL="285750" marR="0" rtl="0" algn="l">
              <a:lnSpc>
                <a:spcPct val="100000"/>
              </a:lnSpc>
              <a:spcBef>
                <a:spcPts val="0"/>
              </a:spcBef>
              <a:spcAft>
                <a:spcPts val="0"/>
              </a:spcAft>
              <a:buClr>
                <a:srgbClr val="434343"/>
              </a:buClr>
              <a:buSzPts val="1200"/>
              <a:buFont typeface="Noto Sans Symbols"/>
              <a:buChar char="⮚"/>
            </a:pPr>
            <a:r>
              <a:rPr lang="es" sz="1200">
                <a:solidFill>
                  <a:srgbClr val="434343"/>
                </a:solidFill>
                <a:latin typeface="DM Sans"/>
                <a:ea typeface="DM Sans"/>
                <a:cs typeface="DM Sans"/>
                <a:sym typeface="DM Sans"/>
              </a:rPr>
              <a:t>Activo en la comunidad.. </a:t>
            </a:r>
            <a:endParaRPr b="0" i="0" sz="1400" u="none" cap="none" strike="noStrike">
              <a:solidFill>
                <a:srgbClr val="434343"/>
              </a:solidFill>
              <a:latin typeface="Arial"/>
              <a:ea typeface="Arial"/>
              <a:cs typeface="Arial"/>
              <a:sym typeface="Arial"/>
            </a:endParaRPr>
          </a:p>
          <a:p>
            <a:pPr indent="-285750" lvl="0" marL="285750" marR="0" rtl="0" algn="l">
              <a:lnSpc>
                <a:spcPct val="100000"/>
              </a:lnSpc>
              <a:spcBef>
                <a:spcPts val="0"/>
              </a:spcBef>
              <a:spcAft>
                <a:spcPts val="0"/>
              </a:spcAft>
              <a:buClr>
                <a:srgbClr val="434343"/>
              </a:buClr>
              <a:buSzPts val="1200"/>
              <a:buFont typeface="Noto Sans Symbols"/>
              <a:buChar char="⮚"/>
            </a:pPr>
            <a:r>
              <a:rPr lang="es" sz="1200">
                <a:solidFill>
                  <a:srgbClr val="434343"/>
                </a:solidFill>
                <a:latin typeface="DM Sans"/>
                <a:ea typeface="DM Sans"/>
                <a:cs typeface="DM Sans"/>
                <a:sym typeface="DM Sans"/>
              </a:rPr>
              <a:t>Voluntario en.. </a:t>
            </a:r>
            <a:endParaRPr sz="1200">
              <a:solidFill>
                <a:srgbClr val="434343"/>
              </a:solidFill>
              <a:latin typeface="DM Sans"/>
              <a:ea typeface="DM Sans"/>
              <a:cs typeface="DM Sans"/>
              <a:sym typeface="DM Sans"/>
            </a:endParaRPr>
          </a:p>
          <a:p>
            <a:pPr indent="-285750" lvl="0" marL="285750" marR="0" rtl="0" algn="l">
              <a:lnSpc>
                <a:spcPct val="100000"/>
              </a:lnSpc>
              <a:spcBef>
                <a:spcPts val="0"/>
              </a:spcBef>
              <a:spcAft>
                <a:spcPts val="0"/>
              </a:spcAft>
              <a:buClr>
                <a:srgbClr val="434343"/>
              </a:buClr>
              <a:buSzPts val="1200"/>
              <a:buFont typeface="DM Sans"/>
              <a:buChar char="⮚"/>
            </a:pPr>
            <a:r>
              <a:rPr lang="es" sz="1200">
                <a:solidFill>
                  <a:srgbClr val="434343"/>
                </a:solidFill>
                <a:latin typeface="DM Sans"/>
                <a:ea typeface="DM Sans"/>
                <a:cs typeface="DM Sans"/>
                <a:sym typeface="DM Sans"/>
              </a:rPr>
              <a:t>Me gusta… </a:t>
            </a:r>
            <a:endParaRPr sz="1200">
              <a:solidFill>
                <a:srgbClr val="434343"/>
              </a:solidFill>
              <a:latin typeface="DM Sans"/>
              <a:ea typeface="DM Sans"/>
              <a:cs typeface="DM Sans"/>
              <a:sym typeface="DM Sans"/>
            </a:endParaRPr>
          </a:p>
          <a:p>
            <a:pPr indent="-285750" lvl="0" marL="285750" marR="0" rtl="0" algn="l">
              <a:lnSpc>
                <a:spcPct val="100000"/>
              </a:lnSpc>
              <a:spcBef>
                <a:spcPts val="0"/>
              </a:spcBef>
              <a:spcAft>
                <a:spcPts val="0"/>
              </a:spcAft>
              <a:buClr>
                <a:srgbClr val="434343"/>
              </a:buClr>
              <a:buSzPts val="1200"/>
              <a:buFont typeface="DM Sans"/>
              <a:buChar char="⮚"/>
            </a:pPr>
            <a:r>
              <a:rPr lang="es" sz="1200">
                <a:solidFill>
                  <a:srgbClr val="434343"/>
                </a:solidFill>
                <a:latin typeface="DM Sans"/>
                <a:ea typeface="DM Sans"/>
                <a:cs typeface="DM Sans"/>
                <a:sym typeface="DM Sans"/>
              </a:rPr>
              <a:t>Dato curioso.. </a:t>
            </a:r>
            <a:endParaRPr sz="1200">
              <a:solidFill>
                <a:srgbClr val="434343"/>
              </a:solidFill>
              <a:latin typeface="DM Sans"/>
              <a:ea typeface="DM Sans"/>
              <a:cs typeface="DM Sans"/>
              <a:sym typeface="DM Sans"/>
            </a:endParaRPr>
          </a:p>
          <a:p>
            <a:pPr indent="-285750" lvl="0" marL="285750" marR="0" rtl="0" algn="l">
              <a:lnSpc>
                <a:spcPct val="100000"/>
              </a:lnSpc>
              <a:spcBef>
                <a:spcPts val="0"/>
              </a:spcBef>
              <a:spcAft>
                <a:spcPts val="0"/>
              </a:spcAft>
              <a:buClr>
                <a:srgbClr val="434343"/>
              </a:buClr>
              <a:buSzPts val="1200"/>
              <a:buFont typeface="DM Sans"/>
              <a:buChar char="⮚"/>
            </a:pPr>
            <a:r>
              <a:rPr lang="es" sz="1200">
                <a:solidFill>
                  <a:srgbClr val="434343"/>
                </a:solidFill>
                <a:latin typeface="DM Sans"/>
                <a:ea typeface="DM Sans"/>
                <a:cs typeface="DM Sans"/>
                <a:sym typeface="DM Sans"/>
              </a:rPr>
              <a:t>Recuerde cambiar su foto</a:t>
            </a:r>
            <a:endParaRPr sz="1200">
              <a:solidFill>
                <a:srgbClr val="434343"/>
              </a:solidFill>
              <a:latin typeface="DM Sans"/>
              <a:ea typeface="DM Sans"/>
              <a:cs typeface="DM Sans"/>
              <a:sym typeface="DM Sans"/>
            </a:endParaRPr>
          </a:p>
        </p:txBody>
      </p:sp>
      <p:pic>
        <p:nvPicPr>
          <p:cNvPr id="95" name="Google Shape;95;p16"/>
          <p:cNvPicPr preferRelativeResize="0"/>
          <p:nvPr/>
        </p:nvPicPr>
        <p:blipFill rotWithShape="1">
          <a:blip r:embed="rId4">
            <a:alphaModFix/>
          </a:blip>
          <a:srcRect b="2839" l="0" r="0" t="2848"/>
          <a:stretch/>
        </p:blipFill>
        <p:spPr>
          <a:xfrm>
            <a:off x="1258714" y="833581"/>
            <a:ext cx="2863500" cy="2700600"/>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id="96" name="Google Shape;96;p16" title="letras logo 2.png"/>
          <p:cNvPicPr preferRelativeResize="0"/>
          <p:nvPr/>
        </p:nvPicPr>
        <p:blipFill>
          <a:blip r:embed="rId5">
            <a:alphaModFix/>
          </a:blip>
          <a:stretch>
            <a:fillRect/>
          </a:stretch>
        </p:blipFill>
        <p:spPr>
          <a:xfrm>
            <a:off x="7602162" y="32074"/>
            <a:ext cx="1360750" cy="7850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17"/>
          <p:cNvSpPr txBox="1"/>
          <p:nvPr>
            <p:ph idx="1" type="body"/>
          </p:nvPr>
        </p:nvSpPr>
        <p:spPr>
          <a:xfrm>
            <a:off x="1183200" y="1254325"/>
            <a:ext cx="338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chemeClr val="lt1"/>
                </a:solidFill>
                <a:latin typeface="DM Sans"/>
                <a:ea typeface="DM Sans"/>
                <a:cs typeface="DM Sans"/>
                <a:sym typeface="DM Sans"/>
              </a:rPr>
              <a:t>Texto  de ejemplo uno</a:t>
            </a:r>
            <a:endParaRPr sz="1300">
              <a:solidFill>
                <a:schemeClr val="lt1"/>
              </a:solidFill>
              <a:latin typeface="DM Sans"/>
              <a:ea typeface="DM Sans"/>
              <a:cs typeface="DM Sans"/>
              <a:sym typeface="DM Sans"/>
            </a:endParaRPr>
          </a:p>
          <a:p>
            <a:pPr indent="0" lvl="0" marL="0" rtl="0" algn="l">
              <a:spcBef>
                <a:spcPts val="1200"/>
              </a:spcBef>
              <a:spcAft>
                <a:spcPts val="1200"/>
              </a:spcAft>
              <a:buNone/>
            </a:pPr>
            <a:r>
              <a:rPr lang="es" sz="1300">
                <a:solidFill>
                  <a:schemeClr val="lt1"/>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sz="1300">
              <a:solidFill>
                <a:schemeClr val="lt1"/>
              </a:solidFill>
              <a:latin typeface="DM Sans"/>
              <a:ea typeface="DM Sans"/>
              <a:cs typeface="DM Sans"/>
              <a:sym typeface="DM Sans"/>
            </a:endParaRPr>
          </a:p>
        </p:txBody>
      </p:sp>
      <p:sp>
        <p:nvSpPr>
          <p:cNvPr id="102" name="Google Shape;102;p17"/>
          <p:cNvSpPr txBox="1"/>
          <p:nvPr/>
        </p:nvSpPr>
        <p:spPr>
          <a:xfrm>
            <a:off x="1970698" y="475425"/>
            <a:ext cx="53907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Titulo diapo centrado</a:t>
            </a:r>
            <a:endParaRPr b="1" i="0" sz="2900" u="none" cap="none" strike="noStrike">
              <a:solidFill>
                <a:srgbClr val="FFFFFF"/>
              </a:solidFill>
              <a:latin typeface="DM Sans ExtraBold"/>
              <a:ea typeface="DM Sans ExtraBold"/>
              <a:cs typeface="DM Sans ExtraBold"/>
              <a:sym typeface="DM Sans ExtraBold"/>
            </a:endParaRPr>
          </a:p>
        </p:txBody>
      </p:sp>
      <p:pic>
        <p:nvPicPr>
          <p:cNvPr id="103" name="Google Shape;103;p17"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04" name="Google Shape;104;p17"/>
          <p:cNvSpPr txBox="1"/>
          <p:nvPr>
            <p:ph idx="1" type="body"/>
          </p:nvPr>
        </p:nvSpPr>
        <p:spPr>
          <a:xfrm>
            <a:off x="4739525" y="1254325"/>
            <a:ext cx="338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chemeClr val="lt1"/>
                </a:solidFill>
                <a:latin typeface="DM Sans"/>
                <a:ea typeface="DM Sans"/>
                <a:cs typeface="DM Sans"/>
                <a:sym typeface="DM Sans"/>
              </a:rPr>
              <a:t>Texto  de ejemplo dos</a:t>
            </a:r>
            <a:endParaRPr sz="1300">
              <a:solidFill>
                <a:schemeClr val="lt1"/>
              </a:solidFill>
              <a:latin typeface="DM Sans"/>
              <a:ea typeface="DM Sans"/>
              <a:cs typeface="DM Sans"/>
              <a:sym typeface="DM Sans"/>
            </a:endParaRPr>
          </a:p>
          <a:p>
            <a:pPr indent="0" lvl="0" marL="0" rtl="0" algn="l">
              <a:spcBef>
                <a:spcPts val="1200"/>
              </a:spcBef>
              <a:spcAft>
                <a:spcPts val="1200"/>
              </a:spcAft>
              <a:buNone/>
            </a:pPr>
            <a:r>
              <a:rPr lang="es" sz="1300">
                <a:solidFill>
                  <a:schemeClr val="lt1"/>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sz="1300">
              <a:solidFill>
                <a:schemeClr val="lt1"/>
              </a:solidFill>
              <a:latin typeface="DM Sans"/>
              <a:ea typeface="DM Sans"/>
              <a:cs typeface="DM Sans"/>
              <a:sym typeface="DM Sans"/>
            </a:endParaRPr>
          </a:p>
        </p:txBody>
      </p:sp>
      <p:sp>
        <p:nvSpPr>
          <p:cNvPr id="105" name="Google Shape;105;p17"/>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2" name="Google Shape;112;p18"/>
          <p:cNvSpPr txBox="1"/>
          <p:nvPr>
            <p:ph idx="4294967295" type="body"/>
          </p:nvPr>
        </p:nvSpPr>
        <p:spPr>
          <a:xfrm>
            <a:off x="1183200" y="1254325"/>
            <a:ext cx="338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rgbClr val="434343"/>
                </a:solidFill>
                <a:latin typeface="DM Sans"/>
                <a:ea typeface="DM Sans"/>
                <a:cs typeface="DM Sans"/>
                <a:sym typeface="DM Sans"/>
              </a:rPr>
              <a:t>Texto  de ejemplo uno</a:t>
            </a:r>
            <a:endParaRPr sz="1300">
              <a:solidFill>
                <a:srgbClr val="434343"/>
              </a:solidFill>
              <a:latin typeface="DM Sans"/>
              <a:ea typeface="DM Sans"/>
              <a:cs typeface="DM Sans"/>
              <a:sym typeface="DM Sans"/>
            </a:endParaRPr>
          </a:p>
          <a:p>
            <a:pPr indent="0" lvl="0" marL="0" rtl="0" algn="l">
              <a:spcBef>
                <a:spcPts val="1200"/>
              </a:spcBef>
              <a:spcAft>
                <a:spcPts val="1200"/>
              </a:spcAft>
              <a:buNone/>
            </a:pPr>
            <a:r>
              <a:rPr lang="es" sz="1300">
                <a:solidFill>
                  <a:srgbClr val="434343"/>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sz="1300">
              <a:solidFill>
                <a:srgbClr val="434343"/>
              </a:solidFill>
              <a:latin typeface="DM Sans"/>
              <a:ea typeface="DM Sans"/>
              <a:cs typeface="DM Sans"/>
              <a:sym typeface="DM Sans"/>
            </a:endParaRPr>
          </a:p>
        </p:txBody>
      </p:sp>
      <p:sp>
        <p:nvSpPr>
          <p:cNvPr id="113" name="Google Shape;113;p18"/>
          <p:cNvSpPr txBox="1"/>
          <p:nvPr/>
        </p:nvSpPr>
        <p:spPr>
          <a:xfrm>
            <a:off x="1970698" y="475425"/>
            <a:ext cx="53907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Titulo diapo centrado</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Google Shape;114;p18"/>
          <p:cNvSpPr txBox="1"/>
          <p:nvPr>
            <p:ph idx="4294967295" type="body"/>
          </p:nvPr>
        </p:nvSpPr>
        <p:spPr>
          <a:xfrm>
            <a:off x="4739525" y="1254325"/>
            <a:ext cx="338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rgbClr val="434343"/>
                </a:solidFill>
                <a:latin typeface="DM Sans"/>
                <a:ea typeface="DM Sans"/>
                <a:cs typeface="DM Sans"/>
                <a:sym typeface="DM Sans"/>
              </a:rPr>
              <a:t>Texto  de ejemplo dos</a:t>
            </a:r>
            <a:endParaRPr sz="1300">
              <a:solidFill>
                <a:srgbClr val="434343"/>
              </a:solidFill>
              <a:latin typeface="DM Sans"/>
              <a:ea typeface="DM Sans"/>
              <a:cs typeface="DM Sans"/>
              <a:sym typeface="DM Sans"/>
            </a:endParaRPr>
          </a:p>
          <a:p>
            <a:pPr indent="0" lvl="0" marL="0" rtl="0" algn="l">
              <a:spcBef>
                <a:spcPts val="1200"/>
              </a:spcBef>
              <a:spcAft>
                <a:spcPts val="1200"/>
              </a:spcAft>
              <a:buNone/>
            </a:pPr>
            <a:r>
              <a:rPr lang="es" sz="1300">
                <a:solidFill>
                  <a:srgbClr val="434343"/>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sz="1300">
              <a:solidFill>
                <a:srgbClr val="434343"/>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19"/>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9"/>
          <p:cNvSpPr txBox="1"/>
          <p:nvPr/>
        </p:nvSpPr>
        <p:spPr>
          <a:xfrm>
            <a:off x="1970698" y="475425"/>
            <a:ext cx="53907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Titulo diapo centrado</a:t>
            </a:r>
            <a:endParaRPr b="1" i="0" sz="2900" u="none" cap="none" strike="noStrike">
              <a:solidFill>
                <a:srgbClr val="FFFFFF"/>
              </a:solidFill>
              <a:latin typeface="DM Sans ExtraBold"/>
              <a:ea typeface="DM Sans ExtraBold"/>
              <a:cs typeface="DM Sans ExtraBold"/>
              <a:sym typeface="DM Sans ExtraBold"/>
            </a:endParaRPr>
          </a:p>
        </p:txBody>
      </p:sp>
      <p:pic>
        <p:nvPicPr>
          <p:cNvPr id="121" name="Google Shape;121;p19"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22" name="Google Shape;122;p19"/>
          <p:cNvSpPr txBox="1"/>
          <p:nvPr>
            <p:ph idx="1" type="body"/>
          </p:nvPr>
        </p:nvSpPr>
        <p:spPr>
          <a:xfrm>
            <a:off x="4739525" y="1254325"/>
            <a:ext cx="338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chemeClr val="lt1"/>
                </a:solidFill>
                <a:latin typeface="DM Sans"/>
                <a:ea typeface="DM Sans"/>
                <a:cs typeface="DM Sans"/>
                <a:sym typeface="DM Sans"/>
              </a:rPr>
              <a:t>Texto  de ejemplo dos</a:t>
            </a:r>
            <a:endParaRPr sz="1300">
              <a:solidFill>
                <a:schemeClr val="lt1"/>
              </a:solidFill>
              <a:latin typeface="DM Sans"/>
              <a:ea typeface="DM Sans"/>
              <a:cs typeface="DM Sans"/>
              <a:sym typeface="DM Sans"/>
            </a:endParaRPr>
          </a:p>
          <a:p>
            <a:pPr indent="0" lvl="0" marL="0" rtl="0" algn="l">
              <a:spcBef>
                <a:spcPts val="1200"/>
              </a:spcBef>
              <a:spcAft>
                <a:spcPts val="1200"/>
              </a:spcAft>
              <a:buNone/>
            </a:pPr>
            <a:r>
              <a:rPr lang="es" sz="1300">
                <a:solidFill>
                  <a:schemeClr val="lt1"/>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sz="1300">
              <a:solidFill>
                <a:schemeClr val="lt1"/>
              </a:solidFill>
              <a:latin typeface="DM Sans"/>
              <a:ea typeface="DM Sans"/>
              <a:cs typeface="DM Sans"/>
              <a:sym typeface="DM Sans"/>
            </a:endParaRPr>
          </a:p>
        </p:txBody>
      </p:sp>
      <p:pic>
        <p:nvPicPr>
          <p:cNvPr descr="grafico de una arquitectura web sin la speaker solo la arquiteectura web" id="123" name="Google Shape;123;p19"/>
          <p:cNvPicPr preferRelativeResize="0"/>
          <p:nvPr/>
        </p:nvPicPr>
        <p:blipFill>
          <a:blip r:embed="rId5">
            <a:alphaModFix/>
          </a:blip>
          <a:stretch>
            <a:fillRect/>
          </a:stretch>
        </p:blipFill>
        <p:spPr>
          <a:xfrm>
            <a:off x="1323700" y="1254325"/>
            <a:ext cx="3157775" cy="3018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970698" y="475425"/>
            <a:ext cx="53907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Titulo diapo centrado</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Google Shape;131;p20"/>
          <p:cNvSpPr txBox="1"/>
          <p:nvPr>
            <p:ph idx="4294967295" type="body"/>
          </p:nvPr>
        </p:nvSpPr>
        <p:spPr>
          <a:xfrm>
            <a:off x="4739525" y="1254325"/>
            <a:ext cx="338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rgbClr val="434343"/>
                </a:solidFill>
                <a:latin typeface="DM Sans"/>
                <a:ea typeface="DM Sans"/>
                <a:cs typeface="DM Sans"/>
                <a:sym typeface="DM Sans"/>
              </a:rPr>
              <a:t>Texto  de ejemplo dos</a:t>
            </a:r>
            <a:endParaRPr sz="1300">
              <a:solidFill>
                <a:srgbClr val="434343"/>
              </a:solidFill>
              <a:latin typeface="DM Sans"/>
              <a:ea typeface="DM Sans"/>
              <a:cs typeface="DM Sans"/>
              <a:sym typeface="DM Sans"/>
            </a:endParaRPr>
          </a:p>
          <a:p>
            <a:pPr indent="0" lvl="0" marL="0" rtl="0" algn="l">
              <a:spcBef>
                <a:spcPts val="1200"/>
              </a:spcBef>
              <a:spcAft>
                <a:spcPts val="1200"/>
              </a:spcAft>
              <a:buNone/>
            </a:pPr>
            <a:r>
              <a:rPr lang="es" sz="1300">
                <a:solidFill>
                  <a:srgbClr val="434343"/>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sz="1300">
              <a:solidFill>
                <a:srgbClr val="434343"/>
              </a:solidFill>
              <a:latin typeface="DM Sans"/>
              <a:ea typeface="DM Sans"/>
              <a:cs typeface="DM Sans"/>
              <a:sym typeface="DM Sans"/>
            </a:endParaRPr>
          </a:p>
        </p:txBody>
      </p:sp>
      <p:pic>
        <p:nvPicPr>
          <p:cNvPr descr="grafico de una arquitectura web sin la speaker solo la arquiteectura web" id="132" name="Google Shape;132;p20"/>
          <p:cNvPicPr preferRelativeResize="0"/>
          <p:nvPr/>
        </p:nvPicPr>
        <p:blipFill>
          <a:blip r:embed="rId5">
            <a:alphaModFix/>
          </a:blip>
          <a:stretch>
            <a:fillRect/>
          </a:stretch>
        </p:blipFill>
        <p:spPr>
          <a:xfrm>
            <a:off x="1323700" y="1254325"/>
            <a:ext cx="3157775" cy="3018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21"/>
          <p:cNvSpPr/>
          <p:nvPr/>
        </p:nvSpPr>
        <p:spPr>
          <a:xfrm>
            <a:off x="0" y="3161100"/>
            <a:ext cx="9144000" cy="19824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8" name="Google Shape;138;p21" title="logo rgb pantallas.png"/>
          <p:cNvPicPr preferRelativeResize="0"/>
          <p:nvPr/>
        </p:nvPicPr>
        <p:blipFill>
          <a:blip r:embed="rId4">
            <a:alphaModFix/>
          </a:blip>
          <a:stretch>
            <a:fillRect/>
          </a:stretch>
        </p:blipFill>
        <p:spPr>
          <a:xfrm>
            <a:off x="1622100" y="580502"/>
            <a:ext cx="2580598" cy="2580598"/>
          </a:xfrm>
          <a:prstGeom prst="rect">
            <a:avLst/>
          </a:prstGeom>
          <a:noFill/>
          <a:ln>
            <a:noFill/>
          </a:ln>
        </p:spPr>
      </p:pic>
      <p:sp>
        <p:nvSpPr>
          <p:cNvPr id="139" name="Google Shape;139;p21"/>
          <p:cNvSpPr txBox="1"/>
          <p:nvPr/>
        </p:nvSpPr>
        <p:spPr>
          <a:xfrm>
            <a:off x="7875350" y="121950"/>
            <a:ext cx="11217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100">
                <a:solidFill>
                  <a:srgbClr val="FFFFFF"/>
                </a:solidFill>
              </a:rPr>
              <a:t>1</a:t>
            </a:r>
            <a:r>
              <a:rPr b="1" i="0" lang="es" sz="1100" u="none" cap="none" strike="noStrike">
                <a:solidFill>
                  <a:srgbClr val="FFFFFF"/>
                </a:solidFill>
              </a:rPr>
              <a:t>ra Edición</a:t>
            </a:r>
            <a:endParaRPr b="1" i="0" sz="1100" u="none" cap="none" strike="noStrike">
              <a:solidFill>
                <a:srgbClr val="FFFFFF"/>
              </a:solidFill>
            </a:endParaRPr>
          </a:p>
        </p:txBody>
      </p:sp>
      <p:sp>
        <p:nvSpPr>
          <p:cNvPr id="140" name="Google Shape;140;p21"/>
          <p:cNvSpPr txBox="1"/>
          <p:nvPr/>
        </p:nvSpPr>
        <p:spPr>
          <a:xfrm>
            <a:off x="471750" y="3161100"/>
            <a:ext cx="7981800" cy="43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1900" u="none" cap="none" strike="noStrike">
                <a:solidFill>
                  <a:srgbClr val="FFFFFF"/>
                </a:solidFill>
                <a:latin typeface="DM Sans ExtraBold"/>
                <a:ea typeface="DM Sans ExtraBold"/>
                <a:cs typeface="DM Sans ExtraBold"/>
                <a:sym typeface="DM Sans ExtraBold"/>
              </a:rPr>
              <a:t>Gracias por su atención.</a:t>
            </a:r>
            <a:endParaRPr b="0" i="1" sz="1900" u="none" cap="none" strike="noStrike">
              <a:solidFill>
                <a:srgbClr val="FFFFFF"/>
              </a:solidFill>
              <a:latin typeface="DM Sans ExtraBold"/>
              <a:ea typeface="DM Sans ExtraBold"/>
              <a:cs typeface="DM Sans ExtraBold"/>
              <a:sym typeface="DM Sans ExtraBold"/>
            </a:endParaRPr>
          </a:p>
        </p:txBody>
      </p:sp>
      <p:sp>
        <p:nvSpPr>
          <p:cNvPr id="141" name="Google Shape;141;p21"/>
          <p:cNvSpPr txBox="1"/>
          <p:nvPr/>
        </p:nvSpPr>
        <p:spPr>
          <a:xfrm>
            <a:off x="4487876" y="1267025"/>
            <a:ext cx="3132000" cy="43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900">
                <a:solidFill>
                  <a:srgbClr val="D054FC"/>
                </a:solidFill>
                <a:latin typeface="DM Sans SemiBold"/>
                <a:ea typeface="DM Sans SemiBold"/>
                <a:cs typeface="DM Sans SemiBold"/>
                <a:sym typeface="DM Sans SemiBold"/>
              </a:rPr>
              <a:t>Nombre del Speaker</a:t>
            </a:r>
            <a:endParaRPr b="0" i="0" sz="1900" u="none" cap="none" strike="noStrike">
              <a:solidFill>
                <a:srgbClr val="D054FC"/>
              </a:solidFill>
              <a:latin typeface="DM Sans SemiBold"/>
              <a:ea typeface="DM Sans SemiBold"/>
              <a:cs typeface="DM Sans SemiBold"/>
              <a:sym typeface="DM Sans SemiBold"/>
            </a:endParaRPr>
          </a:p>
        </p:txBody>
      </p:sp>
      <p:sp>
        <p:nvSpPr>
          <p:cNvPr id="142" name="Google Shape;142;p21"/>
          <p:cNvSpPr txBox="1"/>
          <p:nvPr/>
        </p:nvSpPr>
        <p:spPr>
          <a:xfrm>
            <a:off x="4779399" y="1646743"/>
            <a:ext cx="3234600" cy="36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s">
                <a:solidFill>
                  <a:srgbClr val="FFFFFF"/>
                </a:solidFill>
                <a:latin typeface="DM Sans"/>
                <a:ea typeface="DM Sans"/>
                <a:cs typeface="DM Sans"/>
                <a:sym typeface="DM Sans"/>
              </a:rPr>
              <a:t>pegar dirección de linkedin</a:t>
            </a:r>
            <a:endParaRPr b="0" i="0" u="none" cap="none" strike="noStrike">
              <a:solidFill>
                <a:srgbClr val="FFFFFF"/>
              </a:solidFill>
              <a:latin typeface="DM Sans"/>
              <a:ea typeface="DM Sans"/>
              <a:cs typeface="DM Sans"/>
              <a:sym typeface="DM Sans"/>
            </a:endParaRPr>
          </a:p>
        </p:txBody>
      </p:sp>
      <p:sp>
        <p:nvSpPr>
          <p:cNvPr id="143" name="Google Shape;143;p21"/>
          <p:cNvSpPr/>
          <p:nvPr/>
        </p:nvSpPr>
        <p:spPr>
          <a:xfrm>
            <a:off x="4573490" y="1770629"/>
            <a:ext cx="180000" cy="180000"/>
          </a:xfrm>
          <a:prstGeom prst="ellipse">
            <a:avLst/>
          </a:prstGeom>
          <a:solidFill>
            <a:srgbClr val="EEEEE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1"/>
          <p:cNvSpPr txBox="1"/>
          <p:nvPr/>
        </p:nvSpPr>
        <p:spPr>
          <a:xfrm>
            <a:off x="4520956" y="1765936"/>
            <a:ext cx="310200" cy="193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434343"/>
                </a:solidFill>
                <a:latin typeface="DM Sans"/>
                <a:ea typeface="DM Sans"/>
                <a:cs typeface="DM Sans"/>
                <a:sym typeface="DM Sans"/>
              </a:rPr>
              <a:t>in</a:t>
            </a:r>
            <a:endParaRPr b="1" i="0" sz="900" u="none" cap="none" strike="noStrike">
              <a:solidFill>
                <a:srgbClr val="434343"/>
              </a:solidFill>
              <a:latin typeface="DM Sans"/>
              <a:ea typeface="DM Sans"/>
              <a:cs typeface="DM Sans"/>
              <a:sym typeface="DM Sans"/>
            </a:endParaRPr>
          </a:p>
        </p:txBody>
      </p:sp>
      <p:sp>
        <p:nvSpPr>
          <p:cNvPr id="145" name="Google Shape;145;p21"/>
          <p:cNvSpPr/>
          <p:nvPr/>
        </p:nvSpPr>
        <p:spPr>
          <a:xfrm>
            <a:off x="4795953" y="2046525"/>
            <a:ext cx="25458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s" sz="1300">
                <a:solidFill>
                  <a:srgbClr val="FFFFFF"/>
                </a:solidFill>
                <a:latin typeface="DM Sans"/>
                <a:ea typeface="DM Sans"/>
                <a:cs typeface="DM Sans"/>
                <a:sym typeface="DM Sans"/>
              </a:rPr>
              <a:t>pegar dirección de github</a:t>
            </a:r>
            <a:endParaRPr b="0" i="0" sz="1300" u="none" cap="none" strike="noStrike">
              <a:solidFill>
                <a:srgbClr val="FFFFFF"/>
              </a:solidFill>
              <a:latin typeface="DM Sans"/>
              <a:ea typeface="DM Sans"/>
              <a:cs typeface="DM Sans"/>
              <a:sym typeface="DM Sans"/>
            </a:endParaRPr>
          </a:p>
        </p:txBody>
      </p:sp>
      <p:pic>
        <p:nvPicPr>
          <p:cNvPr id="146" name="Google Shape;146;p21"/>
          <p:cNvPicPr preferRelativeResize="0"/>
          <p:nvPr/>
        </p:nvPicPr>
        <p:blipFill>
          <a:blip r:embed="rId5">
            <a:alphaModFix/>
          </a:blip>
          <a:stretch>
            <a:fillRect/>
          </a:stretch>
        </p:blipFill>
        <p:spPr>
          <a:xfrm>
            <a:off x="4568738" y="2096010"/>
            <a:ext cx="193800" cy="193800"/>
          </a:xfrm>
          <a:prstGeom prst="rect">
            <a:avLst/>
          </a:prstGeom>
          <a:noFill/>
          <a:ln>
            <a:noFill/>
          </a:ln>
        </p:spPr>
      </p:pic>
      <p:pic>
        <p:nvPicPr>
          <p:cNvPr id="147" name="Google Shape;147;p21"/>
          <p:cNvPicPr preferRelativeResize="0"/>
          <p:nvPr/>
        </p:nvPicPr>
        <p:blipFill>
          <a:blip r:embed="rId6">
            <a:alphaModFix/>
          </a:blip>
          <a:stretch>
            <a:fillRect/>
          </a:stretch>
        </p:blipFill>
        <p:spPr>
          <a:xfrm>
            <a:off x="4573500" y="2419951"/>
            <a:ext cx="180000" cy="179979"/>
          </a:xfrm>
          <a:prstGeom prst="rect">
            <a:avLst/>
          </a:prstGeom>
          <a:noFill/>
          <a:ln>
            <a:noFill/>
          </a:ln>
        </p:spPr>
      </p:pic>
      <p:sp>
        <p:nvSpPr>
          <p:cNvPr id="148" name="Google Shape;148;p21"/>
          <p:cNvSpPr/>
          <p:nvPr/>
        </p:nvSpPr>
        <p:spPr>
          <a:xfrm>
            <a:off x="4793053" y="2360097"/>
            <a:ext cx="25458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s" sz="1300">
                <a:solidFill>
                  <a:srgbClr val="FFFFFF"/>
                </a:solidFill>
                <a:latin typeface="DM Sans"/>
                <a:ea typeface="DM Sans"/>
                <a:cs typeface="DM Sans"/>
                <a:sym typeface="DM Sans"/>
              </a:rPr>
              <a:t>pegar direccion de instagram</a:t>
            </a:r>
            <a:endParaRPr b="0" i="0" sz="1300" u="none" cap="none" strike="noStrike">
              <a:solidFill>
                <a:srgbClr val="FFFFFF"/>
              </a:solidFill>
              <a:latin typeface="DM Sans"/>
              <a:ea typeface="DM Sans"/>
              <a:cs typeface="DM Sans"/>
              <a:sym typeface="DM Sans"/>
            </a:endParaRPr>
          </a:p>
        </p:txBody>
      </p:sp>
      <p:pic>
        <p:nvPicPr>
          <p:cNvPr id="149" name="Google Shape;149;p21" title="logo aws-01.png"/>
          <p:cNvPicPr preferRelativeResize="0"/>
          <p:nvPr/>
        </p:nvPicPr>
        <p:blipFill rotWithShape="1">
          <a:blip r:embed="rId7">
            <a:alphaModFix/>
          </a:blip>
          <a:srcRect b="0" l="0" r="0" t="0"/>
          <a:stretch/>
        </p:blipFill>
        <p:spPr>
          <a:xfrm>
            <a:off x="2123722" y="4420889"/>
            <a:ext cx="865239" cy="620402"/>
          </a:xfrm>
          <a:prstGeom prst="rect">
            <a:avLst/>
          </a:prstGeom>
          <a:noFill/>
          <a:ln>
            <a:noFill/>
          </a:ln>
        </p:spPr>
      </p:pic>
      <p:pic>
        <p:nvPicPr>
          <p:cNvPr id="150" name="Google Shape;150;p21" title="duoc-logo.png"/>
          <p:cNvPicPr preferRelativeResize="0"/>
          <p:nvPr/>
        </p:nvPicPr>
        <p:blipFill rotWithShape="1">
          <a:blip r:embed="rId8">
            <a:alphaModFix/>
          </a:blip>
          <a:srcRect b="0" l="0" r="0" t="0"/>
          <a:stretch/>
        </p:blipFill>
        <p:spPr>
          <a:xfrm>
            <a:off x="3269534" y="4427477"/>
            <a:ext cx="1373974" cy="512850"/>
          </a:xfrm>
          <a:prstGeom prst="rect">
            <a:avLst/>
          </a:prstGeom>
          <a:noFill/>
          <a:ln>
            <a:noFill/>
          </a:ln>
        </p:spPr>
      </p:pic>
      <p:grpSp>
        <p:nvGrpSpPr>
          <p:cNvPr id="151" name="Google Shape;151;p21"/>
          <p:cNvGrpSpPr/>
          <p:nvPr/>
        </p:nvGrpSpPr>
        <p:grpSpPr>
          <a:xfrm>
            <a:off x="4806070" y="4427475"/>
            <a:ext cx="2652811" cy="521413"/>
            <a:chOff x="6019800" y="4427475"/>
            <a:chExt cx="2652811" cy="521413"/>
          </a:xfrm>
        </p:grpSpPr>
        <p:pic>
          <p:nvPicPr>
            <p:cNvPr id="152" name="Google Shape;152;p21" title="CHIP-BLANCO.png"/>
            <p:cNvPicPr preferRelativeResize="0"/>
            <p:nvPr/>
          </p:nvPicPr>
          <p:blipFill>
            <a:blip r:embed="rId9">
              <a:alphaModFix/>
            </a:blip>
            <a:stretch>
              <a:fillRect/>
            </a:stretch>
          </p:blipFill>
          <p:spPr>
            <a:xfrm>
              <a:off x="6019800" y="4427475"/>
              <a:ext cx="569831" cy="512850"/>
            </a:xfrm>
            <a:prstGeom prst="rect">
              <a:avLst/>
            </a:prstGeom>
            <a:noFill/>
            <a:ln>
              <a:noFill/>
            </a:ln>
          </p:spPr>
        </p:pic>
        <p:sp>
          <p:nvSpPr>
            <p:cNvPr id="153" name="Google Shape;153;p21"/>
            <p:cNvSpPr txBox="1"/>
            <p:nvPr/>
          </p:nvSpPr>
          <p:spPr>
            <a:xfrm>
              <a:off x="6453811" y="4435888"/>
              <a:ext cx="22188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AWS SBG Chile</a:t>
              </a:r>
              <a:endParaRPr sz="1000">
                <a:solidFill>
                  <a:srgbClr val="FFFFFF"/>
                </a:solidFill>
                <a:latin typeface="DM Sans Medium"/>
                <a:ea typeface="DM Sans Medium"/>
                <a:cs typeface="DM Sans Medium"/>
                <a:sym typeface="DM Sans Medium"/>
              </a:endParaRPr>
            </a:p>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Student Builder Groups Chile</a:t>
              </a:r>
              <a:endParaRPr i="0" sz="1000" u="none" cap="none" strike="noStrike">
                <a:solidFill>
                  <a:srgbClr val="FFFFFF"/>
                </a:solidFill>
                <a:latin typeface="DM Sans Medium"/>
                <a:ea typeface="DM Sans Medium"/>
                <a:cs typeface="DM Sans Medium"/>
                <a:sym typeface="DM Sans Medium"/>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22"/>
          <p:cNvSpPr/>
          <p:nvPr/>
        </p:nvSpPr>
        <p:spPr>
          <a:xfrm>
            <a:off x="0" y="3641200"/>
            <a:ext cx="9144000" cy="15027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2"/>
          <p:cNvSpPr txBox="1"/>
          <p:nvPr/>
        </p:nvSpPr>
        <p:spPr>
          <a:xfrm>
            <a:off x="7875350" y="121950"/>
            <a:ext cx="11217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100">
                <a:solidFill>
                  <a:srgbClr val="A433F3"/>
                </a:solidFill>
              </a:rPr>
              <a:t>1</a:t>
            </a:r>
            <a:r>
              <a:rPr b="1" i="0" lang="es" sz="1100" u="none" cap="none" strike="noStrike">
                <a:solidFill>
                  <a:srgbClr val="A433F3"/>
                </a:solidFill>
              </a:rPr>
              <a:t>ra Edición</a:t>
            </a:r>
            <a:endParaRPr b="1" i="0" sz="1100" u="none" cap="none" strike="noStrike">
              <a:solidFill>
                <a:srgbClr val="A433F3"/>
              </a:solidFill>
            </a:endParaRPr>
          </a:p>
        </p:txBody>
      </p:sp>
      <p:pic>
        <p:nvPicPr>
          <p:cNvPr id="160" name="Google Shape;160;p22" title="logo rgb pantallas.png"/>
          <p:cNvPicPr preferRelativeResize="0"/>
          <p:nvPr/>
        </p:nvPicPr>
        <p:blipFill>
          <a:blip r:embed="rId4">
            <a:alphaModFix/>
          </a:blip>
          <a:stretch>
            <a:fillRect/>
          </a:stretch>
        </p:blipFill>
        <p:spPr>
          <a:xfrm>
            <a:off x="1622100" y="504113"/>
            <a:ext cx="2580598" cy="2580598"/>
          </a:xfrm>
          <a:prstGeom prst="rect">
            <a:avLst/>
          </a:prstGeom>
          <a:noFill/>
          <a:ln>
            <a:noFill/>
          </a:ln>
        </p:spPr>
      </p:pic>
      <p:sp>
        <p:nvSpPr>
          <p:cNvPr id="161" name="Google Shape;161;p22"/>
          <p:cNvSpPr txBox="1"/>
          <p:nvPr/>
        </p:nvSpPr>
        <p:spPr>
          <a:xfrm>
            <a:off x="471750" y="2999835"/>
            <a:ext cx="7981800" cy="43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1900" u="none" cap="none" strike="noStrike">
                <a:solidFill>
                  <a:srgbClr val="A433F3"/>
                </a:solidFill>
                <a:latin typeface="DM Sans ExtraBold"/>
                <a:ea typeface="DM Sans ExtraBold"/>
                <a:cs typeface="DM Sans ExtraBold"/>
                <a:sym typeface="DM Sans ExtraBold"/>
              </a:rPr>
              <a:t>Gracias por su atención.</a:t>
            </a:r>
            <a:endParaRPr b="0" i="1" sz="1900" u="none" cap="none" strike="noStrike">
              <a:solidFill>
                <a:srgbClr val="A433F3"/>
              </a:solidFill>
              <a:latin typeface="DM Sans ExtraBold"/>
              <a:ea typeface="DM Sans ExtraBold"/>
              <a:cs typeface="DM Sans ExtraBold"/>
              <a:sym typeface="DM Sans ExtraBold"/>
            </a:endParaRPr>
          </a:p>
        </p:txBody>
      </p:sp>
      <p:sp>
        <p:nvSpPr>
          <p:cNvPr id="162" name="Google Shape;162;p22"/>
          <p:cNvSpPr txBox="1"/>
          <p:nvPr/>
        </p:nvSpPr>
        <p:spPr>
          <a:xfrm>
            <a:off x="4487876" y="1173661"/>
            <a:ext cx="3132000" cy="43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900">
                <a:solidFill>
                  <a:srgbClr val="D054FC"/>
                </a:solidFill>
                <a:latin typeface="DM Sans SemiBold"/>
                <a:ea typeface="DM Sans SemiBold"/>
                <a:cs typeface="DM Sans SemiBold"/>
                <a:sym typeface="DM Sans SemiBold"/>
              </a:rPr>
              <a:t>Nombre del Speaker</a:t>
            </a:r>
            <a:endParaRPr b="0" i="0" sz="1900" u="none" cap="none" strike="noStrike">
              <a:solidFill>
                <a:srgbClr val="D054FC"/>
              </a:solidFill>
              <a:latin typeface="DM Sans SemiBold"/>
              <a:ea typeface="DM Sans SemiBold"/>
              <a:cs typeface="DM Sans SemiBold"/>
              <a:sym typeface="DM Sans SemiBold"/>
            </a:endParaRPr>
          </a:p>
        </p:txBody>
      </p:sp>
      <p:sp>
        <p:nvSpPr>
          <p:cNvPr id="163" name="Google Shape;163;p22"/>
          <p:cNvSpPr txBox="1"/>
          <p:nvPr/>
        </p:nvSpPr>
        <p:spPr>
          <a:xfrm>
            <a:off x="4779399" y="1570354"/>
            <a:ext cx="3234600" cy="36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s">
                <a:solidFill>
                  <a:schemeClr val="dk2"/>
                </a:solidFill>
                <a:latin typeface="DM Sans"/>
                <a:ea typeface="DM Sans"/>
                <a:cs typeface="DM Sans"/>
                <a:sym typeface="DM Sans"/>
              </a:rPr>
              <a:t>pegar dirección de linkedin</a:t>
            </a:r>
            <a:endParaRPr b="0" i="0" cap="none" strike="noStrike">
              <a:solidFill>
                <a:schemeClr val="dk2"/>
              </a:solidFill>
              <a:latin typeface="DM Sans"/>
              <a:ea typeface="DM Sans"/>
              <a:cs typeface="DM Sans"/>
              <a:sym typeface="DM Sans"/>
            </a:endParaRPr>
          </a:p>
        </p:txBody>
      </p:sp>
      <p:sp>
        <p:nvSpPr>
          <p:cNvPr id="164" name="Google Shape;164;p22"/>
          <p:cNvSpPr/>
          <p:nvPr/>
        </p:nvSpPr>
        <p:spPr>
          <a:xfrm>
            <a:off x="4795953" y="1970136"/>
            <a:ext cx="25458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s" sz="1300">
                <a:solidFill>
                  <a:schemeClr val="dk2"/>
                </a:solidFill>
                <a:latin typeface="DM Sans"/>
                <a:ea typeface="DM Sans"/>
                <a:cs typeface="DM Sans"/>
                <a:sym typeface="DM Sans"/>
              </a:rPr>
              <a:t>pegar dirección de github</a:t>
            </a:r>
            <a:endParaRPr b="0" i="0" sz="1300" cap="none" strike="noStrike">
              <a:solidFill>
                <a:schemeClr val="dk2"/>
              </a:solidFill>
              <a:latin typeface="DM Sans"/>
              <a:ea typeface="DM Sans"/>
              <a:cs typeface="DM Sans"/>
              <a:sym typeface="DM Sans"/>
            </a:endParaRPr>
          </a:p>
        </p:txBody>
      </p:sp>
      <p:sp>
        <p:nvSpPr>
          <p:cNvPr id="165" name="Google Shape;165;p22"/>
          <p:cNvSpPr/>
          <p:nvPr/>
        </p:nvSpPr>
        <p:spPr>
          <a:xfrm>
            <a:off x="4793053" y="2283708"/>
            <a:ext cx="25458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s" sz="1300">
                <a:solidFill>
                  <a:schemeClr val="dk2"/>
                </a:solidFill>
                <a:latin typeface="DM Sans"/>
                <a:ea typeface="DM Sans"/>
                <a:cs typeface="DM Sans"/>
                <a:sym typeface="DM Sans"/>
              </a:rPr>
              <a:t>pegar direccion de instagram</a:t>
            </a:r>
            <a:endParaRPr b="0" i="0" sz="1300" cap="none" strike="noStrike">
              <a:solidFill>
                <a:schemeClr val="dk2"/>
              </a:solidFill>
              <a:latin typeface="DM Sans"/>
              <a:ea typeface="DM Sans"/>
              <a:cs typeface="DM Sans"/>
              <a:sym typeface="DM Sans"/>
            </a:endParaRPr>
          </a:p>
        </p:txBody>
      </p:sp>
      <p:pic>
        <p:nvPicPr>
          <p:cNvPr id="166" name="Google Shape;166;p22"/>
          <p:cNvPicPr preferRelativeResize="0"/>
          <p:nvPr/>
        </p:nvPicPr>
        <p:blipFill>
          <a:blip r:embed="rId5">
            <a:alphaModFix/>
          </a:blip>
          <a:stretch>
            <a:fillRect/>
          </a:stretch>
        </p:blipFill>
        <p:spPr>
          <a:xfrm>
            <a:off x="4506925" y="2295088"/>
            <a:ext cx="308075" cy="308075"/>
          </a:xfrm>
          <a:prstGeom prst="rect">
            <a:avLst/>
          </a:prstGeom>
          <a:noFill/>
          <a:ln>
            <a:noFill/>
          </a:ln>
        </p:spPr>
      </p:pic>
      <p:pic>
        <p:nvPicPr>
          <p:cNvPr id="167" name="Google Shape;167;p22"/>
          <p:cNvPicPr preferRelativeResize="0"/>
          <p:nvPr/>
        </p:nvPicPr>
        <p:blipFill>
          <a:blip r:embed="rId6">
            <a:alphaModFix/>
          </a:blip>
          <a:stretch>
            <a:fillRect/>
          </a:stretch>
        </p:blipFill>
        <p:spPr>
          <a:xfrm>
            <a:off x="4555875" y="2019600"/>
            <a:ext cx="210825" cy="210825"/>
          </a:xfrm>
          <a:prstGeom prst="rect">
            <a:avLst/>
          </a:prstGeom>
          <a:noFill/>
          <a:ln>
            <a:noFill/>
          </a:ln>
        </p:spPr>
      </p:pic>
      <p:pic>
        <p:nvPicPr>
          <p:cNvPr id="168" name="Google Shape;168;p22"/>
          <p:cNvPicPr preferRelativeResize="0"/>
          <p:nvPr/>
        </p:nvPicPr>
        <p:blipFill>
          <a:blip r:embed="rId7">
            <a:alphaModFix/>
          </a:blip>
          <a:stretch>
            <a:fillRect/>
          </a:stretch>
        </p:blipFill>
        <p:spPr>
          <a:xfrm>
            <a:off x="4572000" y="1692400"/>
            <a:ext cx="182026" cy="182026"/>
          </a:xfrm>
          <a:prstGeom prst="rect">
            <a:avLst/>
          </a:prstGeom>
          <a:noFill/>
          <a:ln>
            <a:noFill/>
          </a:ln>
        </p:spPr>
      </p:pic>
      <p:pic>
        <p:nvPicPr>
          <p:cNvPr id="169" name="Google Shape;169;p22" title="logo aws-01.png"/>
          <p:cNvPicPr preferRelativeResize="0"/>
          <p:nvPr/>
        </p:nvPicPr>
        <p:blipFill rotWithShape="1">
          <a:blip r:embed="rId8">
            <a:alphaModFix/>
          </a:blip>
          <a:srcRect b="0" l="0" r="0" t="0"/>
          <a:stretch/>
        </p:blipFill>
        <p:spPr>
          <a:xfrm>
            <a:off x="2123722" y="4420889"/>
            <a:ext cx="865239" cy="620402"/>
          </a:xfrm>
          <a:prstGeom prst="rect">
            <a:avLst/>
          </a:prstGeom>
          <a:noFill/>
          <a:ln>
            <a:noFill/>
          </a:ln>
        </p:spPr>
      </p:pic>
      <p:pic>
        <p:nvPicPr>
          <p:cNvPr id="170" name="Google Shape;170;p22" title="duoc-logo.png"/>
          <p:cNvPicPr preferRelativeResize="0"/>
          <p:nvPr/>
        </p:nvPicPr>
        <p:blipFill rotWithShape="1">
          <a:blip r:embed="rId9">
            <a:alphaModFix/>
          </a:blip>
          <a:srcRect b="0" l="0" r="0" t="0"/>
          <a:stretch/>
        </p:blipFill>
        <p:spPr>
          <a:xfrm>
            <a:off x="3269534" y="4427477"/>
            <a:ext cx="1373974" cy="512850"/>
          </a:xfrm>
          <a:prstGeom prst="rect">
            <a:avLst/>
          </a:prstGeom>
          <a:noFill/>
          <a:ln>
            <a:noFill/>
          </a:ln>
        </p:spPr>
      </p:pic>
      <p:grpSp>
        <p:nvGrpSpPr>
          <p:cNvPr id="171" name="Google Shape;171;p22"/>
          <p:cNvGrpSpPr/>
          <p:nvPr/>
        </p:nvGrpSpPr>
        <p:grpSpPr>
          <a:xfrm>
            <a:off x="4806070" y="4427475"/>
            <a:ext cx="2652811" cy="521413"/>
            <a:chOff x="6019800" y="4427475"/>
            <a:chExt cx="2652811" cy="521413"/>
          </a:xfrm>
        </p:grpSpPr>
        <p:pic>
          <p:nvPicPr>
            <p:cNvPr id="172" name="Google Shape;172;p22" title="CHIP-BLANCO.png"/>
            <p:cNvPicPr preferRelativeResize="0"/>
            <p:nvPr/>
          </p:nvPicPr>
          <p:blipFill>
            <a:blip r:embed="rId10">
              <a:alphaModFix/>
            </a:blip>
            <a:stretch>
              <a:fillRect/>
            </a:stretch>
          </p:blipFill>
          <p:spPr>
            <a:xfrm>
              <a:off x="6019800" y="4427475"/>
              <a:ext cx="569831" cy="512850"/>
            </a:xfrm>
            <a:prstGeom prst="rect">
              <a:avLst/>
            </a:prstGeom>
            <a:noFill/>
            <a:ln>
              <a:noFill/>
            </a:ln>
          </p:spPr>
        </p:pic>
        <p:sp>
          <p:nvSpPr>
            <p:cNvPr id="173" name="Google Shape;173;p22"/>
            <p:cNvSpPr txBox="1"/>
            <p:nvPr/>
          </p:nvSpPr>
          <p:spPr>
            <a:xfrm>
              <a:off x="6453811" y="4435888"/>
              <a:ext cx="22188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AWS SBG Chile</a:t>
              </a:r>
              <a:endParaRPr sz="1000">
                <a:solidFill>
                  <a:srgbClr val="FFFFFF"/>
                </a:solidFill>
                <a:latin typeface="DM Sans Medium"/>
                <a:ea typeface="DM Sans Medium"/>
                <a:cs typeface="DM Sans Medium"/>
                <a:sym typeface="DM Sans Medium"/>
              </a:endParaRPr>
            </a:p>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Student Builder Groups Chile</a:t>
              </a:r>
              <a:endParaRPr i="0" sz="1000" u="none" cap="none" strike="noStrike">
                <a:solidFill>
                  <a:srgbClr val="FFFFFF"/>
                </a:solidFill>
                <a:latin typeface="DM Sans Medium"/>
                <a:ea typeface="DM Sans Medium"/>
                <a:cs typeface="DM Sans Medium"/>
                <a:sym typeface="DM Sans Medium"/>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